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85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Image J relative red color intensity</a:t>
            </a:r>
          </a:p>
        </c:rich>
      </c:tx>
      <c:layout>
        <c:manualLayout>
          <c:xMode val="edge"/>
          <c:yMode val="edge"/>
          <c:x val="0.35928546929775185"/>
          <c:y val="6.4814814814814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K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Sheet1!$H$22</c:f>
              <c:strCache>
                <c:ptCount val="1"/>
                <c:pt idx="0">
                  <c:v>CPT1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Sheet1!$G$23:$G$27</c:f>
              <c:strCache>
                <c:ptCount val="5"/>
                <c:pt idx="0">
                  <c:v>Summer J</c:v>
                </c:pt>
                <c:pt idx="1">
                  <c:v>Fall</c:v>
                </c:pt>
                <c:pt idx="2">
                  <c:v>winter</c:v>
                </c:pt>
                <c:pt idx="3">
                  <c:v>spring</c:v>
                </c:pt>
                <c:pt idx="4">
                  <c:v>Summer A</c:v>
                </c:pt>
              </c:strCache>
            </c:strRef>
          </c:xVal>
          <c:yVal>
            <c:numRef>
              <c:f>Sheet1!$H$23:$H$27</c:f>
              <c:numCache>
                <c:formatCode>0</c:formatCode>
                <c:ptCount val="5"/>
                <c:pt idx="0">
                  <c:v>-62.643218758326668</c:v>
                </c:pt>
                <c:pt idx="1">
                  <c:v>-90.230038191668882</c:v>
                </c:pt>
                <c:pt idx="2">
                  <c:v>100</c:v>
                </c:pt>
                <c:pt idx="3">
                  <c:v>25.172750688338226</c:v>
                </c:pt>
                <c:pt idx="4">
                  <c:v>-100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618-294F-A6CC-6F6A5B44EEC2}"/>
            </c:ext>
          </c:extLst>
        </c:ser>
        <c:ser>
          <c:idx val="1"/>
          <c:order val="1"/>
          <c:tx>
            <c:strRef>
              <c:f>Sheet1!$I$22</c:f>
              <c:strCache>
                <c:ptCount val="1"/>
                <c:pt idx="0">
                  <c:v>FoxO1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Sheet1!$G$23:$G$27</c:f>
              <c:strCache>
                <c:ptCount val="5"/>
                <c:pt idx="0">
                  <c:v>Summer J</c:v>
                </c:pt>
                <c:pt idx="1">
                  <c:v>Fall</c:v>
                </c:pt>
                <c:pt idx="2">
                  <c:v>winter</c:v>
                </c:pt>
                <c:pt idx="3">
                  <c:v>spring</c:v>
                </c:pt>
                <c:pt idx="4">
                  <c:v>Summer A</c:v>
                </c:pt>
              </c:strCache>
            </c:strRef>
          </c:xVal>
          <c:yVal>
            <c:numRef>
              <c:f>Sheet1!$I$23:$I$27</c:f>
              <c:numCache>
                <c:formatCode>0</c:formatCode>
                <c:ptCount val="5"/>
                <c:pt idx="0">
                  <c:v>100</c:v>
                </c:pt>
                <c:pt idx="1">
                  <c:v>8.7161729478452372</c:v>
                </c:pt>
                <c:pt idx="2">
                  <c:v>-100</c:v>
                </c:pt>
                <c:pt idx="3">
                  <c:v>15.916799089248883</c:v>
                </c:pt>
                <c:pt idx="4">
                  <c:v>-87.78549913431209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618-294F-A6CC-6F6A5B44EEC2}"/>
            </c:ext>
          </c:extLst>
        </c:ser>
        <c:ser>
          <c:idx val="2"/>
          <c:order val="2"/>
          <c:tx>
            <c:strRef>
              <c:f>Sheet1!$J$22</c:f>
              <c:strCache>
                <c:ptCount val="1"/>
                <c:pt idx="0">
                  <c:v>PPARa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Sheet1!$G$23:$G$27</c:f>
              <c:strCache>
                <c:ptCount val="5"/>
                <c:pt idx="0">
                  <c:v>Summer J</c:v>
                </c:pt>
                <c:pt idx="1">
                  <c:v>Fall</c:v>
                </c:pt>
                <c:pt idx="2">
                  <c:v>winter</c:v>
                </c:pt>
                <c:pt idx="3">
                  <c:v>spring</c:v>
                </c:pt>
                <c:pt idx="4">
                  <c:v>Summer A</c:v>
                </c:pt>
              </c:strCache>
            </c:strRef>
          </c:xVal>
          <c:yVal>
            <c:numRef>
              <c:f>Sheet1!$J$23:$J$27</c:f>
              <c:numCache>
                <c:formatCode>0</c:formatCode>
                <c:ptCount val="5"/>
                <c:pt idx="0">
                  <c:v>-55.270119743803946</c:v>
                </c:pt>
                <c:pt idx="1">
                  <c:v>-69.785575048732937</c:v>
                </c:pt>
                <c:pt idx="2">
                  <c:v>-100</c:v>
                </c:pt>
                <c:pt idx="3">
                  <c:v>100</c:v>
                </c:pt>
                <c:pt idx="4">
                  <c:v>28.505291005291014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618-294F-A6CC-6F6A5B44EE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7009184"/>
        <c:axId val="1067010912"/>
      </c:scatterChart>
      <c:valAx>
        <c:axId val="10670091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season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067010912"/>
        <c:crossesAt val="0"/>
        <c:crossBetween val="midCat"/>
      </c:valAx>
      <c:valAx>
        <c:axId val="1067010912"/>
        <c:scaling>
          <c:orientation val="minMax"/>
          <c:max val="125"/>
          <c:min val="-1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067009184"/>
        <c:crosses val="autoZero"/>
        <c:crossBetween val="midCat"/>
        <c:majorUnit val="25"/>
        <c:min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DB00-20B6-DE4B-0495-6A435B335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28706-08C8-4DFF-158B-422A94F72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AF80B-9013-293D-2A11-3FE1D45E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FBBA5-F3C0-2A9C-B83D-7964447C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D2B7C-6C0E-4FBB-F887-10207089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102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7106-1D9B-83FE-A1A9-3B7CD445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2733-2687-8451-42AB-023A8279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AE60C-FAC7-4D51-B009-BD6BD632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03BDC-EED1-0605-C92F-1115C86D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A597C-4B19-B448-2A69-677DCCE7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5947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DBA2-AA16-34C3-D92F-90F025D8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A2FC2-5658-8A76-33DF-BCA2F02F7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A7460-00AD-7674-809B-36E47C9B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1F3E2-A1B3-A36C-E279-CA8491E4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681A1-E381-028D-FBCF-BB42F74B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007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4A9C-46A6-9662-6FEE-1B4CDC51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14951-05E7-7DE0-18C3-A15DECCE7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CC1B0-F98B-8AA7-FD64-7F1779A03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ACCA5-BC88-53FC-C84C-38FC042E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CE19-0A40-48BF-BB82-F94C83DF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52CD4-4D1A-D1ED-6797-46E849F5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2583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3018-267F-F772-16B1-B04F6D5B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8659-0A40-1C26-5E74-C43746D10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562-18A9-1BCD-FEC1-B5F7C72FF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AA18C-2DC3-5146-D638-0B3005139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A8EDD-DAEB-18FC-39FA-FF54B3D05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B54252-6D9F-0748-340A-8E22F4A0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A6097-68DE-1844-8972-D3A7B929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FB320-07FB-C51D-2D15-7172836F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6621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C714-3BB6-7FE1-D05C-87090A9D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1A3B5-EF47-580A-64C6-42D37633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3810B-21CF-856A-17EE-8ECE2AB9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CF45E-B35D-5CE7-7F16-802A6669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5590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86C14-5D86-A80C-40EE-235CAA67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0A83CC-F52E-6588-FC2D-DA0CEE4F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A9802-C101-6AC7-8609-0681D4E1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55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D76C-6139-D3BE-A27A-88AA4850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C1C2-09BD-1201-E09C-CE8DF2FA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429D0-2203-748F-778D-60F710C71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B3B8E-C0FA-AB02-A4D2-BEE8BA17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4BC51-CFBC-78FC-C9C7-2003303E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58C09-42C2-B05C-8154-79FF0FDB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9847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B16F-FB42-7E9B-F4C8-0EECB463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9CB2D-CABC-4E18-5688-FA3E7AC27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13464-3B0E-8263-E629-9F00F7F1D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086B7-7A06-953A-F08C-FFD83F7B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F76CE-FA9F-5594-1527-0D87E6B1F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F6197-5F12-D025-D41A-18897DC6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0505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5233-0F81-69F8-A3AC-3B4A0E78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54E94-5A53-5DF8-55BC-D83B09E21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E999D-3A3D-8736-A5A4-C74DFAEE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0C1C6-EAC1-BEE0-EF8B-1720D58D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DC0B9-A9FD-C4E5-3650-29A4A757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1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15824-C545-D63B-6B8B-828B616E5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27444-8AB1-A71A-E343-E8518330D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2986-62C6-5C09-DF9E-08C394AB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33BD2-3B11-DF8F-9F72-4FE8A063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37281-F36C-63A3-525C-78897FC8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9658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CBB74-1340-7846-1012-1205AB63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33263-282D-2E18-D5D1-591110D46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4BAE8-EC8A-A116-060F-51F340387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C2CFF-073D-344C-A492-0F7A5D60FC82}" type="datetimeFigureOut">
              <a:rPr lang="en-DK" smtClean="0"/>
              <a:t>13/11/2025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74249-04B8-5647-2C9C-C7A379FD8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594C-7E45-8CAE-71E6-DF2A88B29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B8513-1D11-8940-BFA7-861BDD0CEAA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80629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3A32EB-C166-6D28-FD86-56789CBEF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89" y="495380"/>
            <a:ext cx="7772400" cy="3568883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2C72BFE-027B-FB74-5E16-AB03FF60BE0B}"/>
              </a:ext>
            </a:extLst>
          </p:cNvPr>
          <p:cNvGraphicFramePr>
            <a:graphicFrameLocks/>
          </p:cNvGraphicFramePr>
          <p:nvPr/>
        </p:nvGraphicFramePr>
        <p:xfrm>
          <a:off x="790833" y="3886200"/>
          <a:ext cx="91316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92BCD1-1C4E-0D99-CA49-F4312316D393}"/>
              </a:ext>
            </a:extLst>
          </p:cNvPr>
          <p:cNvSpPr txBox="1"/>
          <p:nvPr/>
        </p:nvSpPr>
        <p:spPr>
          <a:xfrm>
            <a:off x="95693" y="524076"/>
            <a:ext cx="731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DC0DC-E9C2-E62C-914C-4936866523D9}"/>
              </a:ext>
            </a:extLst>
          </p:cNvPr>
          <p:cNvSpPr txBox="1"/>
          <p:nvPr/>
        </p:nvSpPr>
        <p:spPr>
          <a:xfrm>
            <a:off x="88598" y="4142698"/>
            <a:ext cx="731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b)</a:t>
            </a:r>
          </a:p>
        </p:txBody>
      </p:sp>
    </p:spTree>
    <p:extLst>
      <p:ext uri="{BB962C8B-B14F-4D97-AF65-F5344CB8AC3E}">
        <p14:creationId xmlns:p14="http://schemas.microsoft.com/office/powerpoint/2010/main" val="40067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Nieland</dc:creator>
  <cp:lastModifiedBy>John Nieland</cp:lastModifiedBy>
  <cp:revision>1</cp:revision>
  <dcterms:created xsi:type="dcterms:W3CDTF">2025-11-13T11:04:37Z</dcterms:created>
  <dcterms:modified xsi:type="dcterms:W3CDTF">2025-11-13T11:04:50Z</dcterms:modified>
</cp:coreProperties>
</file>